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3" r:id="rId4"/>
    <p:sldId id="266" r:id="rId5"/>
    <p:sldId id="262" r:id="rId6"/>
    <p:sldId id="264" r:id="rId7"/>
    <p:sldId id="259" r:id="rId8"/>
    <p:sldId id="268" r:id="rId9"/>
    <p:sldId id="269" r:id="rId10"/>
    <p:sldId id="261" r:id="rId11"/>
    <p:sldId id="270" r:id="rId12"/>
    <p:sldId id="260" r:id="rId13"/>
    <p:sldId id="271" r:id="rId14"/>
    <p:sldId id="273" r:id="rId15"/>
    <p:sldId id="258" r:id="rId16"/>
    <p:sldId id="274" r:id="rId17"/>
    <p:sldId id="272" r:id="rId18"/>
    <p:sldId id="275" r:id="rId19"/>
    <p:sldId id="267" r:id="rId2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ECB25-1517-4956-A5CA-7E162B2F3BB1}" type="datetimeFigureOut">
              <a:rPr lang="de-DE" smtClean="0"/>
              <a:t>13.05.2026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BE9C4-6E3F-479C-9A6D-5CF45D5D112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20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3BE9C4-6E3F-479C-9A6D-5CF45D5D112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18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D4C8A-1097-2221-2BEE-C68AD047C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DB9672-1997-3A9F-DD8F-F1907E6B70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15A1E9-6147-A826-DF13-9E9F73B3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9B228-39E2-472C-A5A1-80E57DB7E7B9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93EB95-CEC8-7A7C-A965-AB57436C8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F5C497-6925-53E9-CE8C-269E917D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35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6AC6F-4092-C62E-8DAF-DD7BA250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AF8C5B-E69A-4C93-FCBE-73DF20D60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F75D39-798F-E37C-2F92-4598C00D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0AB72-D396-4D00-9A3D-B16A29393FEE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BCD453-B559-CD9C-D25C-EE8FE9FD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4BF0A5-1E00-8F30-92F5-04C187C21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584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F06E50-8E81-635B-A33A-0D6964D76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2CF005-8A35-A32D-64D3-197DF802E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444ADC-5CA1-D756-0089-9105E845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BC63-DC93-4696-BB48-7E062D23D64A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7FC619-4011-A59E-7CE1-EFC7500A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17F5A2-861E-2591-AEA0-88B571D9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369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5F9C1-56F5-EE82-DD24-BF2398FB4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9DBF89-365A-9E29-FEA8-296A6B6A0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871F8D-15B5-1838-DEA1-D0C360130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2F1234-C79F-4415-C53A-05B28708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099C4-7C98-4B8A-B524-13D1A83927B8}" type="datetime1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A00BA9-234E-CFBF-5FF4-C1E6BB05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F771B3-E9CE-1A21-B89F-80148DF21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3389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57A7FE-1487-B855-425F-8E2857E3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6F53295-9287-774F-8694-AA6F51E4D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DCFF59-9072-0340-AA39-69D010456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0B8795-8947-B2E5-222C-6C93EAC6F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8026788-93AE-D54B-1C16-68B05E0EE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73721E-0A48-C70D-417D-F4A83CF11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7D285-16C6-4A96-BD90-882A306224EB}" type="datetime1">
              <a:rPr lang="de-DE" smtClean="0"/>
              <a:t>13.05.2026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79ADD9D-1EFC-9349-910D-E3A5174B9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966AD6-188A-1F28-18A6-7155C3F3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069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7B0B5-5B6E-E734-EDFC-5AF2CF6E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C5C8C3-A503-2A79-C7E6-A3A173587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2FEDE-FCCB-4CA9-8879-635E11E87A33}" type="datetime1">
              <a:rPr lang="de-DE" smtClean="0"/>
              <a:t>13.05.2026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717735-709A-1984-CDB2-01FBAC2E7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1BB15F-1D6C-F7BB-99F1-7D6EBC1D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794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2F56B6-8995-1CE5-27D9-31C419304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FF148-018F-4E1E-BAF0-D7A1EA49B1CF}" type="datetime1">
              <a:rPr lang="de-DE" smtClean="0"/>
              <a:t>13.05.2026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492D8B-03EF-9109-C9FA-767DC481B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1F0C4E-0579-36C1-6677-8A78A842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844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9A0C7-BD93-A726-7717-9769930BE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8CE487-A370-BC28-B1E5-245C74BB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9E6CB6-724E-2D1E-623F-91A5DD4E3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EF1AE-5EFA-028D-BCCF-18C45011A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9AB7-AB94-4C9D-A3CD-9857560465EC}" type="datetime1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47162D0-6CBB-9F36-AB64-BCC3566C2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2993C4-3C10-257F-C04C-9BE03D8F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64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75689-9964-A77E-A819-4F3BC7D4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490B090-3E6F-9495-6034-2B4EAFBED4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A8A026-FF6E-BBC9-3019-E825C31A6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6FA107-4E59-96A0-D6DA-0E928788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B2C3-3B58-4EF4-89D8-F6766C283D85}" type="datetime1">
              <a:rPr lang="de-DE" smtClean="0"/>
              <a:t>13.05.2026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E5EEF3-FDB4-2777-DB0E-3D98BA38D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5FCB11-44C3-8B6D-3AF2-2C063B3E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764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7D9A22-00A1-EE4E-8D6C-2CC13132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0BBBE4-DEE5-0E4D-7FC6-D910F64BE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F436A5-7492-DAA8-0AB6-8AC31482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8858D-A5C4-45DE-B8E4-F48B62CD1B38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EC9A6D-C2B7-34E6-3242-49193D70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71F648-B854-76AA-8052-EDE673549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29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D896AD7-14F5-7B6B-1953-9FB37729E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65EF34-1391-EE5B-1AC8-D15DCC18E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D034E-C133-A694-08E0-326B0EB8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3AB1A-BEFC-4B36-B855-3C291B89CFA7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6E3024-5BEF-8562-2CBE-5C7DB2BCB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771A98-C3F5-DB31-9548-C87A2815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28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546683-5F5A-40BF-6822-16444DAA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F0D3FA-F3A6-74DB-8E1B-B6C9799B6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3F4FC9-1995-B5BA-7A35-9A376BF4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EC537-204E-4D3B-AE31-4993B361BF01}" type="datetime1">
              <a:rPr lang="de-DE" smtClean="0"/>
              <a:t>13.05.2026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793C0E-CBD8-415C-1B1E-880A84461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98775D-200F-CF14-DF87-9056B77DE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E1844-707A-4F64-A602-ACE838521A0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90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lab.local/api/internal/sensor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AF36D-B98C-C69F-CC48-65F78BE4F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Phase 4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5204541-4833-39AB-82E6-E9EA817441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Storing</a:t>
            </a:r>
            <a:r>
              <a:rPr lang="de-DE" dirty="0"/>
              <a:t> Censor Data in Database</a:t>
            </a:r>
          </a:p>
          <a:p>
            <a:r>
              <a:rPr lang="de-DE" dirty="0"/>
              <a:t>(Lennart Esch)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7C6820-3FD4-73BA-342C-7753CF9D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Barnabas Steiner - Benjamin Hager - Jannis Weber - Lennart Esch - Tim </a:t>
            </a:r>
            <a:r>
              <a:rPr lang="de-DE" dirty="0" err="1"/>
              <a:t>Dorozynski</a:t>
            </a:r>
            <a:r>
              <a:rPr lang="de-DE" dirty="0"/>
              <a:t> - Walter Neer</a:t>
            </a:r>
          </a:p>
        </p:txBody>
      </p:sp>
    </p:spTree>
    <p:extLst>
      <p:ext uri="{BB962C8B-B14F-4D97-AF65-F5344CB8AC3E}">
        <p14:creationId xmlns:p14="http://schemas.microsoft.com/office/powerpoint/2010/main" val="283822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2523F0-AE5D-A7F0-7101-648F1FE91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68090A-2256-4303-5206-FD1E17CD8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Problemstellung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Deployment 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Aufgaben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Controller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NGINX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WebServer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MariaDB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Zusammenspiel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E38C22D-D2A4-CE3D-B8A6-6F6005CB6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</p:spTree>
    <p:extLst>
      <p:ext uri="{BB962C8B-B14F-4D97-AF65-F5344CB8AC3E}">
        <p14:creationId xmlns:p14="http://schemas.microsoft.com/office/powerpoint/2010/main" val="1558722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1857-4058-47BA-95A1-78BAA8743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88240-99AB-2DE5-2E44-BF0A2E7D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Problemstellung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AEE151-74B6-1289-1464-D7DE2288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Datentransfer</a:t>
            </a:r>
          </a:p>
          <a:p>
            <a:pPr lvl="1"/>
            <a:r>
              <a:rPr lang="de-DE" dirty="0"/>
              <a:t>MQTT-Broker -&gt; Datenbank</a:t>
            </a:r>
          </a:p>
          <a:p>
            <a:pPr lvl="1"/>
            <a:r>
              <a:rPr lang="de-DE" dirty="0"/>
              <a:t>Sichere Übertragung</a:t>
            </a:r>
          </a:p>
          <a:p>
            <a:r>
              <a:rPr lang="de-DE" dirty="0"/>
              <a:t>Kommunikation</a:t>
            </a:r>
          </a:p>
          <a:p>
            <a:pPr lvl="1"/>
            <a:r>
              <a:rPr lang="de-DE" dirty="0"/>
              <a:t>PICO &lt;-&gt; Controller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520446-9A0A-602E-D54F-60BE0235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</p:spTree>
    <p:extLst>
      <p:ext uri="{BB962C8B-B14F-4D97-AF65-F5344CB8AC3E}">
        <p14:creationId xmlns:p14="http://schemas.microsoft.com/office/powerpoint/2010/main" val="366935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392C8-C9FA-715C-DE8B-E934081B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63FFF-3A75-0096-1BA9-46D4BF939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Deployment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99280D-75AA-78A7-9A20-25263140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BDE5CEA6-F589-D09D-073B-104CCFB2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556" y="1253691"/>
            <a:ext cx="6146887" cy="494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59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7F3EF-B45A-CD2B-3E50-D854126F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Deployment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ED5EA6-6179-7EE8-38E8-95000E92E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1DA994AE-621B-CE30-D724-6234CF0D7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49645" cy="4351338"/>
          </a:xfrm>
        </p:spPr>
        <p:txBody>
          <a:bodyPr/>
          <a:lstStyle/>
          <a:p>
            <a:r>
              <a:rPr lang="de-DE" dirty="0"/>
              <a:t>Mittels </a:t>
            </a:r>
            <a:r>
              <a:rPr lang="de-DE" dirty="0" err="1"/>
              <a:t>docker-compose.yml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8E267136-7AC0-5B77-1A5A-CAF4EAE9D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73" y="2774368"/>
            <a:ext cx="5448772" cy="122692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373E842-4DAC-9EDB-C8DA-C765E73D2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060" y="1690688"/>
            <a:ext cx="2758679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92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F7263-89C3-4ED2-7440-A8F74403B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B6A0CA0-A27D-C9E0-932C-0FCEAEBA9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860C3B06-B0BD-3920-5983-3D7C07A81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023" y="1690688"/>
            <a:ext cx="8367954" cy="465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0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A60541-AAE6-ED8D-E399-97909746D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B585AE-7F14-E64F-CF21-3EB8A3EA7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87884"/>
            <a:ext cx="5257801" cy="4034490"/>
          </a:xfrm>
        </p:spPr>
        <p:txBody>
          <a:bodyPr>
            <a:normAutofit/>
          </a:bodyPr>
          <a:lstStyle/>
          <a:p>
            <a:r>
              <a:rPr lang="de-DE" dirty="0"/>
              <a:t>Python </a:t>
            </a:r>
            <a:r>
              <a:rPr lang="de-DE" dirty="0" err="1"/>
              <a:t>Script</a:t>
            </a:r>
            <a:endParaRPr lang="de-DE" dirty="0"/>
          </a:p>
          <a:p>
            <a:r>
              <a:rPr lang="de-DE" dirty="0"/>
              <a:t>Image gebaut durch Dockerfile</a:t>
            </a:r>
          </a:p>
          <a:p>
            <a:r>
              <a:rPr lang="de-DE" dirty="0"/>
              <a:t>Dateizugriff auf Zertifikat</a:t>
            </a:r>
          </a:p>
          <a:p>
            <a:r>
              <a:rPr lang="de-DE" dirty="0"/>
              <a:t>HTTPS Zugriff auf host-system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BAAEB4B-656F-3E1F-6545-A68FB1D3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FDA82F-A424-E30F-C722-B975B4C7B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87884"/>
            <a:ext cx="3482642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98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73F2-638F-97CF-1652-75C2A3C1C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FFD809-FEA3-75B3-1E7E-7C87DED2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D3D8FF-6933-9CA7-2373-3643AABAE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87884"/>
            <a:ext cx="5257801" cy="4034490"/>
          </a:xfrm>
        </p:spPr>
        <p:txBody>
          <a:bodyPr>
            <a:normAutofit/>
          </a:bodyPr>
          <a:lstStyle/>
          <a:p>
            <a:r>
              <a:rPr lang="de-DE" dirty="0"/>
              <a:t>Basierend auf Python 3.12 Image</a:t>
            </a:r>
          </a:p>
          <a:p>
            <a:r>
              <a:rPr lang="de-DE" dirty="0"/>
              <a:t>Umgebungsvariablen für das Skript</a:t>
            </a:r>
          </a:p>
          <a:p>
            <a:r>
              <a:rPr lang="de-DE" dirty="0"/>
              <a:t>Installation aus requirements.txt</a:t>
            </a:r>
          </a:p>
          <a:p>
            <a:pPr lvl="1"/>
            <a:r>
              <a:rPr lang="de-DE" dirty="0" err="1"/>
              <a:t>Paho_mqtt</a:t>
            </a:r>
            <a:endParaRPr lang="de-DE" dirty="0"/>
          </a:p>
          <a:p>
            <a:pPr lvl="1"/>
            <a:r>
              <a:rPr lang="de-DE" dirty="0" err="1"/>
              <a:t>Requests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A1E4E0-F09F-C607-BAFC-967BA049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4E50903-B066-D962-B938-C58296810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63885"/>
            <a:ext cx="4747671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6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6E0B4-DD14-3654-2714-84B08711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8538F6-D535-F736-8F4B-BF1CD34D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83B2B3-212A-9723-3778-958378C53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87884"/>
            <a:ext cx="5257801" cy="4034490"/>
          </a:xfrm>
        </p:spPr>
        <p:txBody>
          <a:bodyPr>
            <a:normAutofit/>
          </a:bodyPr>
          <a:lstStyle/>
          <a:p>
            <a:r>
              <a:rPr lang="de-DE" dirty="0"/>
              <a:t>Client aus </a:t>
            </a:r>
            <a:r>
              <a:rPr lang="de-DE" dirty="0" err="1"/>
              <a:t>paho_mqtt</a:t>
            </a:r>
            <a:endParaRPr lang="de-DE" dirty="0"/>
          </a:p>
          <a:p>
            <a:r>
              <a:rPr lang="de-DE" dirty="0"/>
              <a:t>Empfang und Validierung</a:t>
            </a:r>
          </a:p>
          <a:p>
            <a:r>
              <a:rPr lang="de-DE" dirty="0"/>
              <a:t>Weiterleiten an </a:t>
            </a:r>
            <a:r>
              <a:rPr lang="de-DE" dirty="0" err="1"/>
              <a:t>Nginx</a:t>
            </a:r>
            <a:r>
              <a:rPr lang="de-DE" dirty="0"/>
              <a:t> mit </a:t>
            </a:r>
            <a:r>
              <a:rPr lang="de-DE" dirty="0">
                <a:hlinkClick r:id="rId2"/>
              </a:rPr>
              <a:t>https://www.lab.local/api/internal/sensordata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A05644E-66E6-1836-5623-B8307014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E3BFB79-AEBB-4402-BB4D-A64B23223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303" y="1406000"/>
            <a:ext cx="5273497" cy="463336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FA11A8F-F042-D8AA-3D06-66454F429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66" y="4164680"/>
            <a:ext cx="5509737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80D218-335F-B3E6-43A5-64C57B6F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Nginx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3B5124-90E7-F88B-82D0-BE76EF8C3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7310" cy="4351338"/>
          </a:xfrm>
        </p:spPr>
        <p:txBody>
          <a:bodyPr/>
          <a:lstStyle/>
          <a:p>
            <a:r>
              <a:rPr lang="de-DE" dirty="0"/>
              <a:t>OWASP-Image</a:t>
            </a:r>
          </a:p>
          <a:p>
            <a:pPr lvl="1"/>
            <a:r>
              <a:rPr lang="de-DE" dirty="0"/>
              <a:t>SQL </a:t>
            </a:r>
            <a:r>
              <a:rPr lang="de-DE" dirty="0" err="1"/>
              <a:t>Injection</a:t>
            </a:r>
            <a:endParaRPr lang="de-DE" dirty="0"/>
          </a:p>
          <a:p>
            <a:pPr lvl="1"/>
            <a:r>
              <a:rPr lang="de-DE" dirty="0"/>
              <a:t>XSS</a:t>
            </a:r>
          </a:p>
          <a:p>
            <a:pPr lvl="1"/>
            <a:r>
              <a:rPr lang="de-DE" dirty="0"/>
              <a:t>Directory </a:t>
            </a:r>
            <a:r>
              <a:rPr lang="de-DE" dirty="0" err="1"/>
              <a:t>Traversal</a:t>
            </a:r>
            <a:endParaRPr lang="de-DE" dirty="0"/>
          </a:p>
          <a:p>
            <a:r>
              <a:rPr lang="de-DE" dirty="0"/>
              <a:t>HTTP/HTTPS Ports geöffnet</a:t>
            </a:r>
          </a:p>
          <a:p>
            <a:r>
              <a:rPr lang="de-DE" dirty="0"/>
              <a:t>Niedrige Sicherheitsstufe</a:t>
            </a:r>
          </a:p>
          <a:p>
            <a:r>
              <a:rPr lang="de-DE" dirty="0"/>
              <a:t>Zugriff auf Zertifikate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C658C5-083F-575B-01D6-0F29AD6D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9E4881-C622-7A6A-8C87-32BA919D5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5464013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86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93996-01F1-C5F7-D06E-DDC5E33E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27EA1D-69E8-2353-222A-74FFEAE71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Nginx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D2635C-3620-DD36-501B-69883C45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97310" cy="4351338"/>
          </a:xfrm>
        </p:spPr>
        <p:txBody>
          <a:bodyPr/>
          <a:lstStyle/>
          <a:p>
            <a:r>
              <a:rPr lang="de-DE" dirty="0"/>
              <a:t>HTTPS Weiterleitung auf </a:t>
            </a:r>
            <a:r>
              <a:rPr lang="de-DE" dirty="0" err="1"/>
              <a:t>webapp</a:t>
            </a:r>
            <a:endParaRPr lang="de-DE" dirty="0"/>
          </a:p>
          <a:p>
            <a:r>
              <a:rPr lang="de-DE" dirty="0"/>
              <a:t>Selbsterstellte Zertifikate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5CE9307-E47B-440C-AED9-E4F839868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4900C69-F665-5E82-9B8F-FA033CA42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10" y="1319093"/>
            <a:ext cx="5692633" cy="503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85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3E337F-F441-3EDD-4599-E9A28188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Webserver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4815FD-94B8-F85A-B36C-6B198FECD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3439" cy="4351338"/>
          </a:xfrm>
        </p:spPr>
        <p:txBody>
          <a:bodyPr/>
          <a:lstStyle/>
          <a:p>
            <a:r>
              <a:rPr lang="de-DE" dirty="0"/>
              <a:t>Node/Express </a:t>
            </a:r>
            <a:r>
              <a:rPr lang="de-DE" dirty="0" err="1"/>
              <a:t>server</a:t>
            </a:r>
            <a:endParaRPr lang="de-DE" dirty="0"/>
          </a:p>
          <a:p>
            <a:r>
              <a:rPr lang="de-DE" dirty="0"/>
              <a:t>Image gebaut aus Dockerfile</a:t>
            </a:r>
          </a:p>
          <a:p>
            <a:r>
              <a:rPr lang="de-DE" dirty="0"/>
              <a:t>Datenbank </a:t>
            </a:r>
            <a:r>
              <a:rPr lang="de-DE" dirty="0" err="1"/>
              <a:t>Credentials</a:t>
            </a:r>
            <a:endParaRPr lang="de-DE" dirty="0"/>
          </a:p>
          <a:p>
            <a:r>
              <a:rPr lang="de-DE" dirty="0" err="1"/>
              <a:t>Api</a:t>
            </a:r>
            <a:r>
              <a:rPr lang="de-DE" dirty="0"/>
              <a:t>-Key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0EC516-EE8E-89E8-E771-896E51DA4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9EA4ED9-B27B-43E7-361B-27006039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70075"/>
            <a:ext cx="2796782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4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16F21-7AFB-6AD2-B258-A06D15D7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6D1BC6-E1A3-D96A-33F5-1D5797DD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Webserver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C641A9-0C09-A128-5D0A-2BFCDD28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3439" cy="4351338"/>
          </a:xfrm>
        </p:spPr>
        <p:txBody>
          <a:bodyPr/>
          <a:lstStyle/>
          <a:p>
            <a:r>
              <a:rPr lang="de-DE" dirty="0"/>
              <a:t>Basiert auf Node-Image</a:t>
            </a:r>
          </a:p>
          <a:p>
            <a:r>
              <a:rPr lang="de-DE" dirty="0"/>
              <a:t>Installiert mit </a:t>
            </a:r>
            <a:r>
              <a:rPr lang="de-DE" dirty="0" err="1"/>
              <a:t>package.json</a:t>
            </a:r>
            <a:endParaRPr lang="de-DE" dirty="0"/>
          </a:p>
          <a:p>
            <a:pPr lvl="1"/>
            <a:r>
              <a:rPr lang="de-DE" dirty="0"/>
              <a:t>Express</a:t>
            </a:r>
          </a:p>
          <a:p>
            <a:pPr lvl="1"/>
            <a:r>
              <a:rPr lang="de-DE" dirty="0"/>
              <a:t>Dotenv</a:t>
            </a:r>
          </a:p>
          <a:p>
            <a:pPr lvl="1"/>
            <a:r>
              <a:rPr lang="de-DE" dirty="0" err="1"/>
              <a:t>MariaDB</a:t>
            </a:r>
            <a:endParaRPr lang="de-DE" dirty="0"/>
          </a:p>
          <a:p>
            <a:r>
              <a:rPr lang="de-DE" dirty="0"/>
              <a:t>Läuft intern auf 3000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6726C0-D278-BE1A-C193-4353E4D9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85F63B3-8CCF-A3F7-EE13-03274AD50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639" y="1870075"/>
            <a:ext cx="2728196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02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3248E-9FA4-E0C2-3BF5-92F6E555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52DB2A-C816-DA11-712F-9930162C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Webserver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B19F445-5A9B-FEEB-7CD1-B8E5EA83A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EE5D66-F323-DC6C-0AAB-52065D4A3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481" y="1418162"/>
            <a:ext cx="8055038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058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49EBC-2987-ED28-8F0F-ED55D15C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MariaDB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5B444C-ADA0-B22C-3522-8B7A362F9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e-DE" dirty="0"/>
              <a:t>Event Scheduler</a:t>
            </a:r>
          </a:p>
          <a:p>
            <a:r>
              <a:rPr lang="de-DE" dirty="0" err="1"/>
              <a:t>Credentials</a:t>
            </a:r>
            <a:endParaRPr lang="de-DE" dirty="0"/>
          </a:p>
          <a:p>
            <a:r>
              <a:rPr lang="de-DE" dirty="0"/>
              <a:t>Persistenz</a:t>
            </a:r>
          </a:p>
          <a:p>
            <a:r>
              <a:rPr lang="de-DE" dirty="0" err="1"/>
              <a:t>Healthcheck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FA10A0-6380-03C3-634F-02C771C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824116-8C19-689F-035C-7D8900E71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79019"/>
            <a:ext cx="5989839" cy="4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2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A3BEA-B505-EDBD-49D8-680EDFE4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BC218-8EF4-C88D-C099-8EF383A8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MariaDB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1DAF28-D90B-FE5C-3DCC-38558D0D4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7F091EC-5E61-6F8B-AEA6-9DE35CAEC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749365" cy="358933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D31D9C0-C27C-7039-4401-8BB3AD917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429" y="1690688"/>
            <a:ext cx="6027942" cy="35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65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4C7F2-E905-F280-C037-549FE56EE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A1F589-96DB-D6ED-ED7A-7DFFF0FD8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1959795"/>
          </a:xfrm>
        </p:spPr>
        <p:txBody>
          <a:bodyPr/>
          <a:lstStyle/>
          <a:p>
            <a:r>
              <a:rPr lang="de-DE" dirty="0"/>
              <a:t>E2E Test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A3A680-2DB0-B733-1A2C-C112A81E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A51B552-BE56-F130-6B10-1FE1BC65D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60" y="2346812"/>
            <a:ext cx="10725079" cy="1526458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1B12F34-0462-0722-8882-2CB44DC2F4BD}"/>
              </a:ext>
            </a:extLst>
          </p:cNvPr>
          <p:cNvSpPr txBox="1">
            <a:spLocks/>
          </p:cNvSpPr>
          <p:nvPr/>
        </p:nvSpPr>
        <p:spPr>
          <a:xfrm>
            <a:off x="733460" y="4072296"/>
            <a:ext cx="106203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Warnung Zertifikat </a:t>
            </a:r>
            <a:r>
              <a:rPr lang="de-DE" dirty="0" err="1"/>
              <a:t>Nginx</a:t>
            </a:r>
            <a:endParaRPr lang="de-DE" dirty="0"/>
          </a:p>
          <a:p>
            <a:r>
              <a:rPr lang="de-DE" dirty="0"/>
              <a:t>Datenbank Query Ausführung</a:t>
            </a:r>
          </a:p>
          <a:p>
            <a:r>
              <a:rPr lang="de-DE" dirty="0"/>
              <a:t>Response Code 201 an Controller</a:t>
            </a:r>
          </a:p>
        </p:txBody>
      </p:sp>
    </p:spTree>
    <p:extLst>
      <p:ext uri="{BB962C8B-B14F-4D97-AF65-F5344CB8AC3E}">
        <p14:creationId xmlns:p14="http://schemas.microsoft.com/office/powerpoint/2010/main" val="1901703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DBE3B-C421-43FF-A78D-4DD90A146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Zusammenspiel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53C4FF-5356-046C-3349-6FDE157BC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de-DE" dirty="0"/>
              <a:t>Verbindung mit </a:t>
            </a:r>
            <a:r>
              <a:rPr lang="de-DE" dirty="0" err="1"/>
              <a:t>MariaDB</a:t>
            </a:r>
            <a:endParaRPr lang="de-DE" dirty="0"/>
          </a:p>
          <a:p>
            <a:r>
              <a:rPr lang="de-DE" dirty="0"/>
              <a:t>Database </a:t>
            </a:r>
            <a:r>
              <a:rPr lang="de-DE" dirty="0" err="1"/>
              <a:t>myapp</a:t>
            </a:r>
            <a:endParaRPr lang="de-DE" dirty="0"/>
          </a:p>
          <a:p>
            <a:r>
              <a:rPr lang="de-DE" dirty="0"/>
              <a:t>Sensor Data wird gefüllt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0B408E-A0D7-8016-90C3-CC9542F33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CCA1B8A-F5BB-E822-ABAD-B7BD55F76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580" y="1940223"/>
            <a:ext cx="5540220" cy="19051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8974940-FF7D-CEA8-047A-3FDFC9337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038" y="2507980"/>
            <a:ext cx="5029636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25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D1033-293E-82C8-118B-BFFEC1263F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Vielen Dank für Ihre Aufmerksamkeit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D685AB-F053-07C8-B2C6-BD322B108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3C77ED4-6262-D33C-954F-4D0CF3674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Barnabas Steiner - Benjamin Hager - Jannis Weber - Lennart Esch - Tim Dorozynski - Walter Neer</a:t>
            </a:r>
          </a:p>
        </p:txBody>
      </p:sp>
    </p:spTree>
    <p:extLst>
      <p:ext uri="{BB962C8B-B14F-4D97-AF65-F5344CB8AC3E}">
        <p14:creationId xmlns:p14="http://schemas.microsoft.com/office/powerpoint/2010/main" val="302077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Microsoft Office PowerPoint</Application>
  <PresentationFormat>Breitbild</PresentationFormat>
  <Paragraphs>98</Paragraphs>
  <Slides>19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</vt:lpstr>
      <vt:lpstr>Phase 4</vt:lpstr>
      <vt:lpstr>Agenda</vt:lpstr>
      <vt:lpstr>Problemstellung</vt:lpstr>
      <vt:lpstr>Deployment</vt:lpstr>
      <vt:lpstr>Deployment</vt:lpstr>
      <vt:lpstr>Aufgaben</vt:lpstr>
      <vt:lpstr>Controller</vt:lpstr>
      <vt:lpstr>Controller</vt:lpstr>
      <vt:lpstr>Controller</vt:lpstr>
      <vt:lpstr>Nginx</vt:lpstr>
      <vt:lpstr>Nginx</vt:lpstr>
      <vt:lpstr>Webserver</vt:lpstr>
      <vt:lpstr>Webserver</vt:lpstr>
      <vt:lpstr>Webserver</vt:lpstr>
      <vt:lpstr>MariaDB</vt:lpstr>
      <vt:lpstr>MariaDB</vt:lpstr>
      <vt:lpstr>Zusammenspiel</vt:lpstr>
      <vt:lpstr>Zusammenspiel</vt:lpstr>
      <vt:lpstr>Vielen Dank für Ihre Aufmerksamkeit</vt:lpstr>
    </vt:vector>
  </TitlesOfParts>
  <Company>INNOSYSTEC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Esch, Lennart</dc:creator>
  <cp:lastModifiedBy>Esch, Lennart</cp:lastModifiedBy>
  <cp:revision>8</cp:revision>
  <dcterms:created xsi:type="dcterms:W3CDTF">2026-05-07T08:00:52Z</dcterms:created>
  <dcterms:modified xsi:type="dcterms:W3CDTF">2026-05-13T06:03:05Z</dcterms:modified>
</cp:coreProperties>
</file>